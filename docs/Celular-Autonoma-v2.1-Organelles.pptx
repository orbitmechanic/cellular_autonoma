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04B394-15EA-489D-A726-9C6FD52240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FC391B-0876-4C76-866B-C4622D56AF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A05E9E7-BD70-4C4F-B4C5-1C6DF8CDBBD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40000" y="1368000"/>
            <a:ext cx="9000000" cy="93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50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CELULAR AUTONOMA  v2.1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58000" y="2376000"/>
            <a:ext cx="900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The full organelle cast - a cell that can work, not just divide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58000" y="2988000"/>
            <a:ext cx="9000000" cy="79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7 optional, graftable smart-contract organelles,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wired through a gene-expression cycle.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58000" y="4896000"/>
            <a:ext cx="900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68 tests passing  -  issues #19-#22  -  PR #23 (stacked on #18)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40000" y="288000"/>
            <a:ext cx="9180000" cy="5673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4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What v2.0 still couldn't do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40000" y="936000"/>
            <a:ext cx="9180000" cy="36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v2.0 made the cell SELF-FUNDING (keeper credits) and HARVESTABLE (tithes, fees, sweeps).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But it could only do two things: store capital and divide. It had no hands and no job: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      .  nothing earned income from the world outside (no services to sell)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      .  nothing grew the capital it held (no respiration of idle funds)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      .  nothing kept house: no scheduling, no cleanup, no defense, no long-horizon storage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Cell theory has an answer for every one of those gaps - an organelle.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v2.1 installs the rest of the cast as OPTIONAL modules that plug into the living cell.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40000" y="252000"/>
            <a:ext cx="9180000" cy="541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Cell theory -&gt; contract theory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504000" y="684000"/>
            <a:ext cx="9108000" cy="59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8E44AD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12000" y="734400"/>
            <a:ext cx="1728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8E44AD"/>
                </a:solidFill>
                <a:effectLst/>
                <a:uFillTx/>
                <a:latin typeface="DejaVu Sans"/>
              </a:rPr>
              <a:t>Mitochondrion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2376000" y="734400"/>
            <a:ext cx="1656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respiration -&gt; ATP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104000" y="723600"/>
            <a:ext cx="5436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deploys surplus capital to a yield venue, harvests accrued ATP back as food, breathes out when the cell needs liquidity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04000" y="1314000"/>
            <a:ext cx="9108000" cy="59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B57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12000" y="1364400"/>
            <a:ext cx="1728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Ribosome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376000" y="1364400"/>
            <a:ext cx="1656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mRNA -&gt; protein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4104000" y="1353600"/>
            <a:ext cx="5436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translates approved 'genes' (templates) into fresh module clones - the in-cell evolution engine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04000" y="1944000"/>
            <a:ext cx="9108000" cy="59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6A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12000" y="1994400"/>
            <a:ext cx="1728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Golgi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2376000" y="1994400"/>
            <a:ext cx="1656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package &amp; ship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104000" y="1983600"/>
            <a:ext cx="5436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scheduled, memo-tagged batch payments; ships a batch whole or not at all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504000" y="2574000"/>
            <a:ext cx="9108000" cy="59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B8860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12000" y="2624400"/>
            <a:ext cx="1728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Lysosome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2376000" y="2624400"/>
            <a:ext cx="1656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digest &amp; recycle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104000" y="2613600"/>
            <a:ext cx="5436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reclaims expired keeper credits into the cell, evicts condemned organs, sweeps dust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504000" y="3204000"/>
            <a:ext cx="9108000" cy="59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C0392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12000" y="3254400"/>
            <a:ext cx="1728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C0392B"/>
                </a:solidFill>
                <a:effectLst/>
                <a:uFillTx/>
                <a:latin typeface="DejaVu Sans"/>
              </a:rPr>
              <a:t>Peroxisome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2376000" y="3254400"/>
            <a:ext cx="1656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detoxify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4104000" y="3243600"/>
            <a:ext cx="5436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quorum-reported agents get flagged; their revenue is sequestered, not slashed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04000" y="3834000"/>
            <a:ext cx="9108000" cy="59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B57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612000" y="3884400"/>
            <a:ext cx="1728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Vacuole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376000" y="3884400"/>
            <a:ext cx="1656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storage &amp; turgor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104000" y="3873600"/>
            <a:ext cx="5436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timed tranches + jury-only quarantine custody + pressure() metric the harvest honors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04000" y="4464000"/>
            <a:ext cx="9108000" cy="59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6A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12000" y="4514400"/>
            <a:ext cx="1728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Membrane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376000" y="4514400"/>
            <a:ext cx="1656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selective permeability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104000" y="4503600"/>
            <a:ext cx="5436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PRICED service receptors - the income organ: bots/agents/protocols pay per bind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540000" y="5166000"/>
            <a:ext cx="918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Nucleolus = Colony template governance (shipped in v2.0)   -   cytoskeleton = the Nucleus registry (already anchors every organ)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40000" y="252000"/>
            <a:ext cx="9180000" cy="5126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Gene expression: how optional organs run themselves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04000" y="828000"/>
            <a:ext cx="9108000" cy="61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12000" y="871200"/>
            <a:ext cx="324000" cy="5126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008000" y="907200"/>
            <a:ext cx="4032000" cy="46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keeper calls Chloroplast.express()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184000" y="892800"/>
            <a:ext cx="4356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anyone can work the cell; any work pays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504000" y="1476000"/>
            <a:ext cx="9108000" cy="61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12000" y="1519200"/>
            <a:ext cx="324000" cy="5126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008000" y="1555200"/>
            <a:ext cx="4032000" cy="46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EnergyStore.startCycle()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5184000" y="1540800"/>
            <a:ext cx="4356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cycle nonce++; the SPEND WINDOW opens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04000" y="2124000"/>
            <a:ext cx="9108000" cy="61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12000" y="2167200"/>
            <a:ext cx="324000" cy="5126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008000" y="2203200"/>
            <a:ext cx="4032000" cy="46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authorize(worker, budget)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5184000" y="2188800"/>
            <a:ext cx="4356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budget = min(25% of remaining food, perWorkerCeiling), recomputed per organ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504000" y="2772000"/>
            <a:ext cx="9108000" cy="61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612000" y="2815200"/>
            <a:ext cx="324000" cy="5126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4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008000" y="2851200"/>
            <a:ext cx="4032000" cy="46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worker.act(budget)  [try/catch]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184000" y="2836800"/>
            <a:ext cx="4356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organs do their jobs; a failing organ is skipped, never bricks the cell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504000" y="3420000"/>
            <a:ext cx="9108000" cy="61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612000" y="3463200"/>
            <a:ext cx="324000" cy="5126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008000" y="3499200"/>
            <a:ext cx="4032000" cy="46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endCycle() + keeper refund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184000" y="3484800"/>
            <a:ext cx="4356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window closes; unspent ceilings are now unreachable; trigger gets paid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40000" y="4896000"/>
            <a:ext cx="9180000" cy="5108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Organelles NEVER hold treasury keys. Capability = a live registry fact: condemn an organ and its power dies instantly, no state to clean.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40000" y="252000"/>
            <a:ext cx="9180000" cy="4989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9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The capability model (what a grafted stranger can do)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540000" y="846000"/>
            <a:ext cx="450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Every money path is bounded 4x: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540000" y="1260000"/>
            <a:ext cx="4608000" cy="30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1. ROLE: spend() needs a CURRENT WORKER registration in THIS cell.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2. WINDOW: spend only works inside an active express() cycle - idle grafts are inert.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3. CEILING: per-cycle, nonce-scoped - unspent authorization simply dies.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4. RESERVE: discretionary balance only; keeper-owed ETH is untouchable by organs AND harvest.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5148000" y="900000"/>
            <a:ext cx="4464000" cy="3672000"/>
          </a:xfrm>
          <a:prstGeom prst="rect">
            <a:avLst/>
          </a:prstGeom>
          <a:solidFill>
            <a:srgbClr val="1E2C47"/>
          </a:solidFill>
          <a:ln w="21600">
            <a:solidFill>
              <a:srgbClr val="C0392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5220000" y="972000"/>
            <a:ext cx="4212000" cy="43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C0392B"/>
                </a:solidFill>
                <a:effectLst/>
                <a:uFillTx/>
                <a:latin typeface="DejaVu Sans"/>
              </a:rPr>
              <a:t>The hole I found in my own draft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5220000" y="1440000"/>
            <a:ext cx="4212000" cy="29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Ceilings alone leaked: a worker could call spend() between cycles against its leftover grant.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Fixed in review: startCycle opens the window, endCycle closes it. A malicious grafted organ can now extract AT MOST one per-worker ceiling per cycle - and only while the metabolism is deliberately activating it.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Test: 'the spend window is open only while the cell is working'.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540000" y="252000"/>
            <a:ext cx="9180000" cy="5673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4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The two income organs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504000" y="828000"/>
            <a:ext cx="4464000" cy="3708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B57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48000" y="900000"/>
            <a:ext cx="4140000" cy="3722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Membrane - photosynthesis (outside)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648000" y="1296000"/>
            <a:ext cx="4140000" cy="316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Cell advertises services: receptor = priced endpoint.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AI agents / bots / protocols bind by paying the fee; funds flow straight to the cell's food.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Per-payer ledger (what the Peroxisome meters), rate windows, overpay refunds, shield-checked admission.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This is 'a useful function for the community' - the founding brief - as an on-market menu.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5148000" y="828000"/>
            <a:ext cx="4464000" cy="3708000"/>
          </a:xfrm>
          <a:prstGeom prst="rect">
            <a:avLst/>
          </a:prstGeom>
          <a:solidFill>
            <a:srgbClr val="1E2C47"/>
          </a:solidFill>
          <a:ln w="21600">
            <a:solidFill>
              <a:srgbClr val="8E44AD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5220000" y="900000"/>
            <a:ext cx="4140000" cy="3722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8E44AD"/>
                </a:solidFill>
                <a:effectLst/>
                <a:uFillTx/>
                <a:latin typeface="DejaVu Sans"/>
              </a:rPr>
              <a:t>Mitochondrion - respiration (inside)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5220000" y="1296000"/>
            <a:ext cx="4212000" cy="316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Idle food earns nothing. Each cycle the mito deploys surplus to a yield venue (IYield adapter).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Accrued interest = ATP: harvested home as FOOD, on the books via principal tracking.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Breathes OUT (unstakes) when division or shipments need liquidity - float floor enforced.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Real deployment = Aave v3 / ERC-4626 adapter behind the same 4-line interface.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540000" y="252000"/>
            <a:ext cx="9180000" cy="5673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4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The housekeeping organs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04000" y="792000"/>
            <a:ext cx="9108000" cy="972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6A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12000" y="856800"/>
            <a:ext cx="1296000" cy="82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Golgi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016000" y="842400"/>
            <a:ext cx="7524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schedule(to, amount, dueAt, memo) -&gt; batch ships atomically when due &amp; affordable. Bounded payroll for an agent economy. Known limit: a recipient that rejects ETH poisons its batch (cancel() is the lever; dead-letter queue is the fix).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504000" y="1836000"/>
            <a:ext cx="9108000" cy="972000"/>
          </a:xfrm>
          <a:prstGeom prst="rect">
            <a:avLst/>
          </a:prstGeom>
          <a:solidFill>
            <a:srgbClr val="1E2C47"/>
          </a:solidFill>
          <a:ln w="21600">
            <a:solidFill>
              <a:srgbClr val="B8860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12000" y="1900800"/>
            <a:ext cx="1296000" cy="82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Lysosome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016000" y="1886400"/>
            <a:ext cx="7524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keeper credits unpaid past the colony TTL are digested back into the cell (an un-pulled payment was never operationally owed); condemned organs get evicted from the registry; its own dust sweeps home.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504000" y="2880000"/>
            <a:ext cx="9108000" cy="972000"/>
          </a:xfrm>
          <a:prstGeom prst="rect">
            <a:avLst/>
          </a:prstGeom>
          <a:solidFill>
            <a:srgbClr val="1E2C47"/>
          </a:solidFill>
          <a:ln w="21600">
            <a:solidFill>
              <a:srgbClr val="C0392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12000" y="2944800"/>
            <a:ext cx="1296000" cy="82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C0392B"/>
                </a:solidFill>
                <a:effectLst/>
                <a:uFillTx/>
                <a:latin typeface="DejaVu Sans"/>
              </a:rPr>
              <a:t>Peroxisome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016000" y="2930400"/>
            <a:ext cx="7524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accusations need QUORUM of distinct reporters and enrich the accuser with NOTHING - the only consequence is isolation in the vacuole, released by a jury (the Colony). Reputation with skin in the game, not vigilante finance.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04000" y="3924000"/>
            <a:ext cx="9108000" cy="972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B57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12000" y="3988800"/>
            <a:ext cx="1296000" cy="82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Vacuole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016000" y="3974400"/>
            <a:ext cx="7524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timed tranches flow back to the cell when mature; quarantine tranches never auto-release; pressure() is the turgor metric - the cell's long-horizon capital.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40000" y="252000"/>
            <a:ext cx="9180000" cy="5673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4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Exploratory results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540000" y="828000"/>
            <a:ext cx="2844000" cy="1080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B57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540000" y="900000"/>
            <a:ext cx="2844000" cy="6818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17"/>
              </a:spcAft>
            </a:pPr>
            <a:r>
              <a:rPr lang="en-US" sz="42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68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12000" y="1512000"/>
            <a:ext cx="2700000" cy="3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17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tests passing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3672000" y="828000"/>
            <a:ext cx="2844000" cy="1080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6A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672000" y="900000"/>
            <a:ext cx="2844000" cy="6818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17"/>
              </a:spcAft>
            </a:pPr>
            <a:r>
              <a:rPr lang="en-US" sz="4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+29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744000" y="1512000"/>
            <a:ext cx="2700000" cy="3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17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v2.1 suite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6804000" y="828000"/>
            <a:ext cx="2844000" cy="1080000"/>
          </a:xfrm>
          <a:prstGeom prst="rect">
            <a:avLst/>
          </a:prstGeom>
          <a:solidFill>
            <a:srgbClr val="1E2C47"/>
          </a:solidFill>
          <a:ln w="21600">
            <a:solidFill>
              <a:srgbClr val="B8860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804000" y="900000"/>
            <a:ext cx="2844000" cy="6818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17"/>
              </a:spcAft>
            </a:pPr>
            <a:r>
              <a:rPr lang="en-US" sz="42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0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876000" y="1512000"/>
            <a:ext cx="2700000" cy="3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17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regressions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540000" y="2124000"/>
            <a:ext cx="9180000" cy="3434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Gas (scripts/organelle-study.js):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612000" y="2484000"/>
            <a:ext cx="5940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idle express() (no workers)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624000" y="2484000"/>
            <a:ext cx="1512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 Mono"/>
              </a:rPr>
              <a:t>293,572 gas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8208000" y="2484000"/>
            <a:ext cx="1368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2E8B57"/>
                </a:solidFill>
                <a:effectLst/>
                <a:uFillTx/>
                <a:latin typeface="DejaVu Sans Mono"/>
              </a:rPr>
              <a:t>~$0.0088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12000" y="2808000"/>
            <a:ext cx="5940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full 6-organ cast, cold cycle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624000" y="2808000"/>
            <a:ext cx="1512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 Mono"/>
              </a:rPr>
              <a:t>852,663 gas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8208000" y="2808000"/>
            <a:ext cx="1368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2E8B57"/>
                </a:solidFill>
                <a:effectLst/>
                <a:uFillTx/>
                <a:latin typeface="DejaVu Sans Mono"/>
              </a:rPr>
              <a:t>~$0.0256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612000" y="3132000"/>
            <a:ext cx="5940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full cast, warm cycle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624000" y="3132000"/>
            <a:ext cx="1512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 Mono"/>
              </a:rPr>
              <a:t>606,712 gas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8208000" y="3132000"/>
            <a:ext cx="1368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2E8B57"/>
                </a:solidFill>
                <a:effectLst/>
                <a:uFillTx/>
                <a:latin typeface="DejaVu Sans Mono"/>
              </a:rPr>
              <a:t>~$0.0182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612000" y="3456000"/>
            <a:ext cx="5940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mitosis WITH complete proteome (7 organs cloned+bound)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624000" y="3456000"/>
            <a:ext cx="1512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 Mono"/>
              </a:rPr>
              <a:t>2,580,278 gas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8208000" y="3456000"/>
            <a:ext cx="1368000" cy="300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2E8B57"/>
                </a:solidFill>
                <a:effectLst/>
                <a:uFillTx/>
                <a:latin typeface="DejaVu Sans Mono"/>
              </a:rPr>
              <a:t>~$0.0774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40000" y="4788000"/>
            <a:ext cx="918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5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A daughter is born with its mother's whole proteome (6 workers + membrane, 10 registry entries, fresh single-hop clones). Running an entire multi-organ cell costs the price of a coffee crumb on Base/Sonic.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540000" y="252000"/>
            <a:ext cx="9180000" cy="5673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4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Honest notes from the review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540000" y="900000"/>
            <a:ext cx="9180000" cy="38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MockYieldVault is a TOY (linear bps, no share accounting, unguarded drain()) - never deploy it; real work = ERC-4626 / Aave adapter behind the same IYield surface.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Peroxisome screening is heuristic reputation, not truth - consequence is isolation pending a COLONY JURY, never slashing, never accuser profit.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lockQuarantine trusts any WORKER (registry has no per-name identity yet) - harmless: quarantine locks the depositer's own funds behind the jury.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Golgi batches can be poisoned by one ETH-rejecting recipient (all-or-nothing per batch) - cancel() exists; dead-letter delivery is the next-iteration fix.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digestExpiredCredits scans O(maxOps)/cycle - fine at colony scale, needs an index at internet scale.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administer = owner config power; justified because the owner already has full capital power by design - its production replacement is a governance organelle, not a new key.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540000" y="252000"/>
            <a:ext cx="9180000" cy="541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What a whole organism is now for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540000" y="864000"/>
            <a:ext cx="9180000" cy="29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Differentiation: same genome, different grafts - one colony now grows cell TYPES: relayer cells (membrane jobs), vault cells (mito posture), escrow cells (golgi schedules).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The ribosome is the evolution engine: approved genes -&gt; products -&gt; graft; next step is genes chosen BY the colony's own governance organ.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Epigenetics: an expression-policy module to decide which configured organs a daughter inherits.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Production: Base Sepolia deployment, Aave IYield adapter, ERC-4337 paymaster so keepers need no wallet at all.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The turntable run: a 30-cell colony with the full cast, harvesting to root daily, measured on its own earned income for N days.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504000" y="4212000"/>
            <a:ext cx="9108000" cy="104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B8860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12000" y="4284000"/>
            <a:ext cx="8928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Artifacts: issues #19-#22  -  PR #23 (stacked on #18, OPEN for you) with 9-point inline review  -  68 green tests  -  DESIGN.md organelle map  -  this deck (docs/).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Keet ping sent. Cell theory, compiled.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2026-10-17T01:07:29Z</dcterms:modified>
  <cp:revision>1</cp:revision>
  <dc:subject/>
  <dc:title/>
</cp:coreProperties>
</file>