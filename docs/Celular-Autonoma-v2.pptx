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FF0752-1753-4395-B447-2CF2B95402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2EDA96-5A3C-44AE-9243-7BA5F04D80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0F0465-B9E1-4F10-A03B-C7BD1A217D0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0" y="1512000"/>
            <a:ext cx="900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5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CELULAR  AUTONOMA  v2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58000" y="2484000"/>
            <a:ext cx="9000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Self-replicating smart-contract cells that pay for themselves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8000" y="3096000"/>
            <a:ext cx="9000000" cy="10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Findings, proposal, exploratory tests &amp; results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from orbitmechanic/cellular_autonoma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Analysis + v2 reference implementation  - 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58000" y="4896000"/>
            <a:ext cx="900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39 passing tests  -  6 issues (#12-#17)  -  PR #18 (+2024 / -263)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40000" y="324000"/>
            <a:ext cx="900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6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brief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0000" y="1080000"/>
            <a:ext cx="9000000" cy="39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Build a life-like 'cell' in Solidity: an address-linked collection of organelles on an EVM chain.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Nucleus holds identity + linked modules; Chloroplast drives division; Leucoplast stores energy (= capital).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Goal: a contract colony that self-replicates with NO human intervention.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It must find its own 'gas' for memory + processing once launched.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It must be capital-harvestable by the colony root deployer - 'or why bother?'.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v1 stalled on gas costs and gaps that needed better code. Can we do better?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40000" y="324000"/>
            <a:ext cx="900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hard constraint (why v1 stalled)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40000" y="1044000"/>
            <a:ext cx="9000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On the EVM, a contract can NEVER send its own transaction. Only an external account (or smart-account relayer) pays gas and initiates.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0000" y="1800000"/>
            <a:ext cx="4320000" cy="28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Three ways to relax it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0000" y="2124000"/>
            <a:ext cx="4500000" cy="28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1. Cheap chain: L2 / near-free so a division costs cents, not dollars.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2. Keeper economics: the cell pays whoever triggers it, from capital it earned.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3. ERC-4337 paymasters: a bundler pays gas, cell settles in tokens.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328000" y="1800000"/>
            <a:ext cx="4212000" cy="3096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436000" y="1872000"/>
            <a:ext cx="3996000" cy="9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v1 did none of these fully.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436000" y="2232000"/>
            <a:ext cx="3996000" cy="23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L1 division cost (measured):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v1 ~$82    v2 ~$49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So the loop could never pay its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own gas and the colony starved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in the first few generations.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40000" y="216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Findings: six verified v1 failures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40000" y="684000"/>
            <a:ext cx="9180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Each is reproduced by an executable characterization test in the PR.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40000" y="1152000"/>
            <a:ext cx="9108000" cy="61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94000" y="1206000"/>
            <a:ext cx="792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##12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404000" y="1206000"/>
            <a:ext cx="234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Dead capital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780000" y="1206000"/>
            <a:ext cx="5760000" cy="52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Keeper pays 100% gas; estimate is hoarded, never reimbursed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40000" y="1782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94000" y="1836000"/>
            <a:ext cx="792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##14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404000" y="1836000"/>
            <a:ext cx="234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Proxy-depth bloat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780000" y="1836000"/>
            <a:ext cx="5760000" cy="52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Clones live instances -&gt; +1 DELEGATECALL each generation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40000" y="2412000"/>
            <a:ext cx="9108000" cy="61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94000" y="2466000"/>
            <a:ext cx="792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##14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404000" y="2466000"/>
            <a:ext cx="234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Identity bloat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780000" y="2466000"/>
            <a:ext cx="5760000" cy="52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'...copy copy' string grows unbounded (10-&gt;35 bytes/gen)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40000" y="3042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94000" y="3096000"/>
            <a:ext cx="792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##15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404000" y="3096000"/>
            <a:ext cx="234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No harvest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780000" y="3096000"/>
            <a:ext cx="5760000" cy="52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Capital never reaches the root owner (the whole point)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40000" y="3672000"/>
            <a:ext cx="9108000" cy="61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94000" y="3726000"/>
            <a:ext cx="792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##16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404000" y="3726000"/>
            <a:ext cx="234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Broken gate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780000" y="3726000"/>
            <a:ext cx="5760000" cy="52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Membership check reverts wrong; any organelle can withdraw; daughters inherit the mother's metabolism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40000" y="4302000"/>
            <a:ext cx="9108000" cy="61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94000" y="4356000"/>
            <a:ext cx="792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##17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404000" y="4356000"/>
            <a:ext cx="234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Tests broken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780000" y="4356000"/>
            <a:ext cx="5760000" cy="52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ethers v5 code on a v6 toolchain: 0 passing; references a non-existent factory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Exploratory result: inherited gas bloat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40000" y="864000"/>
            <a:ext cx="432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v1 identity() call gas by generation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40000" y="1260000"/>
            <a:ext cx="4320000" cy="32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gen1:   23997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gen2:   26675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gen3:   29467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gen4:   32281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gen5:   34980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gen6:   37971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+58% by gen 6, still climbing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328000" y="864000"/>
            <a:ext cx="432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v2 getBalance() call gas by generation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328000" y="1260000"/>
            <a:ext cx="4320000" cy="32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gen1:   23882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gen2:   23882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gen3:   23882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gen4:   23882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gen5:   23882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gen6:   23882 gas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  FLAT - clone from template, not instance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40000" y="4536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v2 kills the compounding by cloning immutable TEMPLATES in Colony.birth(). A colony no longer gets pricier to run as it ages.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Proposal: chain choice decides viability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40000" y="828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One full v2 division ~= 1.08M gas. Projected USD cost per self-replication: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32000" y="1224000"/>
            <a:ext cx="9108000" cy="324000"/>
          </a:xfrm>
          <a:prstGeom prst="rect">
            <a:avLst/>
          </a:prstGeom>
          <a:solidFill>
            <a:srgbClr val="2E86A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04000" y="12780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Chain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952000" y="12780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v1 / div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248000" y="12780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v2 / div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544000" y="12780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Self-sustaining?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32000" y="1620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04000" y="16488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Ethereum L1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952000" y="164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 Mono"/>
              </a:rPr>
              <a:t>$82.0329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248000" y="164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$48.6094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544000" y="16488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NO - keeper can't profit at scale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32000" y="1980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04000" y="20088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Arbitrum 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952000" y="200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 Mono"/>
              </a:rPr>
              <a:t>$0.5469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248000" y="200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$0.3241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544000" y="20088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MARGINAL - viable for high-value cells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32000" y="2340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04000" y="23688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OP Mainnet (base)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952000" y="236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 Mono"/>
              </a:rPr>
              <a:t>$0.2734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248000" y="236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$0.1620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544000" y="23688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MARGINAL - viable for high-value cells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32000" y="2700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04000" y="27288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Base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952000" y="272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 Mono"/>
              </a:rPr>
              <a:t>$0.0547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248000" y="272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$0.0324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544000" y="27288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YES - cheap + huge DeFi/AI ecosystem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32000" y="3060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04000" y="30888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Polygon PoS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952000" y="308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 Mono"/>
              </a:rPr>
              <a:t>$0.0273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248000" y="308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$0.0162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544000" y="30888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YES - cheap + huge DeFi/AI ecosystem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32000" y="3420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04000" y="3448800"/>
            <a:ext cx="2376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Sonic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952000" y="344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 Mono"/>
              </a:rPr>
              <a:t>$0.0006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248000" y="3448800"/>
            <a:ext cx="12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$0.0004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544000" y="3448800"/>
            <a:ext cx="396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NEAR-FREE - best raw economics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40000" y="4896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Recommendation: launch on Base (ecosystem to earn from) and/or Sonic (near-free division). Same EVM bytecode both.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The v2 organism: Colony + organelles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40000" y="972000"/>
            <a:ext cx="9108000" cy="756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48000" y="1044000"/>
            <a:ext cx="21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Colony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80000" y="1044000"/>
            <a:ext cx="66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The one trusted mitosis engine. Clones organelles from immutable templates and wires each daughter. plantRoot / birth / harvest / graft / apoptosis.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40000" y="1800000"/>
            <a:ext cx="9108000" cy="756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48000" y="1872000"/>
            <a:ext cx="21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Nucleus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880000" y="1872000"/>
            <a:ext cx="66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Identity (serial + generation), capability-role registry, lineage tracked both directions (parent + children).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40000" y="2628000"/>
            <a:ext cx="9108000" cy="756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48000" y="2700000"/>
            <a:ext cx="21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EnergyStore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880000" y="2700000"/>
            <a:ext cx="66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The 'food'. Per-payer ledger, role-gated withdrawals, pull-payment keeper credits, remitUp tithes.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40000" y="3456000"/>
            <a:ext cx="9108000" cy="756000"/>
          </a:xfrm>
          <a:prstGeom prst="rect">
            <a:avLst/>
          </a:prstGeom>
          <a:solidFill>
            <a:srgbClr val="1E2C47"/>
          </a:solidFill>
          <a:ln w="21600">
            <a:solidFill>
              <a:srgbClr val="8E44AD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48000" y="3528000"/>
            <a:ext cx="21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8E44AD"/>
                </a:solidFill>
                <a:effectLst/>
                <a:uFillTx/>
                <a:latin typeface="DejaVu Sans"/>
              </a:rPr>
              <a:t>Chloroplast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880000" y="3528000"/>
            <a:ext cx="6660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Metabolism + replication. Gated replicate(): cooldown, generation cap, reserve floor. Pays the keeper.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Economic autonomy (the achievable version)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40000" y="864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A cell still can't send its own tx - but ANYONE can trigger it and get paid from the cell's own earned food. Triggering becomes a job.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40000" y="1512000"/>
            <a:ext cx="432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Repayment loop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40000" y="1908000"/>
            <a:ext cx="4500000" cy="28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Keeper calls replicate() from an EOA / Automation / bot.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Cell credits the keeper's gas (budgeted, capped by maxRefundCap/Bps).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Pull-payment ledger: keeper claims later; harvest can't strand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On Base/Sonic the credit is tiny, so division self-funds.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328000" y="1512000"/>
            <a:ext cx="432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Harvest to the root (the 'or why bother')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328000" y="1908000"/>
            <a:ext cx="4500000" cy="28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birthFee per division accrues to the Colony treasury.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birth tithe: a slice of each daughter flows back up the tree.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harvestColony: gas-bounded BFS sweeps every cell to the owner.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apoptosis: retire a cell, reclaim its capital.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What cells do - and how they earn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40000" y="828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A cell must earn more food than it burns paying its metabolism, or it dies. v2 ships the per-payer ledger + RESERVE/graft slots these plug into.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40000" y="1296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Metabolism (income)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40000" y="1656000"/>
            <a:ext cx="4608000" cy="30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Keeper-for-hire relayer (Chainlink Automation / Gelato).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Yield: idle food into Aave/Morpho/LSTs = true photosynthesis.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Service endpoints sold to AI agents (attestation, escrow, clocks).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Storage / registry rent for other contracts.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328000" y="1296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Multicellular organisms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328000" y="1656000"/>
            <a:ext cx="4608000" cy="30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Divide labour: siblings carry different RESERVE/service organelles.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Shared genome: template clones -&gt; 1000-cell colony, linear cost.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Apoptosis retires sick cells, keeps the organism healthy.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Colony treasury + membranes are counterparties to protocols, bots and humans.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Tests &amp; results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40000" y="1008000"/>
            <a:ext cx="2088000" cy="1152000"/>
          </a:xfrm>
          <a:prstGeom prst="rect">
            <a:avLst/>
          </a:prstGeom>
          <a:solidFill>
            <a:srgbClr val="1E2C47"/>
          </a:solidFill>
          <a:ln w="18000">
            <a:solidFill>
              <a:srgbClr val="2E8B57"/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40000" y="1152000"/>
            <a:ext cx="208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39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12000" y="1764000"/>
            <a:ext cx="194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tests passing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700000" y="1008000"/>
            <a:ext cx="2088000" cy="1152000"/>
          </a:xfrm>
          <a:prstGeom prst="rect">
            <a:avLst/>
          </a:prstGeom>
          <a:solidFill>
            <a:srgbClr val="1E2C47"/>
          </a:solidFill>
          <a:ln w="18000">
            <a:solidFill>
              <a:srgbClr val="B8860B"/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700000" y="1152000"/>
            <a:ext cx="208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6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772000" y="1764000"/>
            <a:ext cx="194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issues filed #12-#17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860000" y="1008000"/>
            <a:ext cx="2088000" cy="1152000"/>
          </a:xfrm>
          <a:prstGeom prst="rect">
            <a:avLst/>
          </a:prstGeom>
          <a:solidFill>
            <a:srgbClr val="1E2C47"/>
          </a:solidFill>
          <a:ln w="18000">
            <a:solidFill>
              <a:srgbClr val="2E86AB"/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860000" y="1152000"/>
            <a:ext cx="208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PR#18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932000" y="1764000"/>
            <a:ext cx="194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+2024 / -263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020000" y="1008000"/>
            <a:ext cx="2088000" cy="1152000"/>
          </a:xfrm>
          <a:prstGeom prst="rect">
            <a:avLst/>
          </a:prstGeom>
          <a:solidFill>
            <a:srgbClr val="1E2C47"/>
          </a:solidFill>
          <a:ln w="18000">
            <a:solidFill>
              <a:srgbClr val="8E44AD"/>
            </a:solidFill>
            <a:round/>
          </a:ln>
        </p:spPr>
        <p:txBody>
          <a:bodyPr lIns="79920" tIns="34920" rIns="79920" bIns="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020000" y="1152000"/>
            <a:ext cx="2088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8E44AD"/>
                </a:solidFill>
                <a:effectLst/>
                <a:uFillTx/>
                <a:latin typeface="DejaVu Sans"/>
              </a:rPr>
              <a:t>41%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092000" y="1764000"/>
            <a:ext cx="1944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Aft>
                <a:spcPts val="17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cheaper division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0000" y="2376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Suites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40000" y="2736000"/>
            <a:ext cx="9180000" cy="23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3 x v1 characterization suites - prove each flaw is real (and quantify the bloat).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v2-cell.test.js - genesis, roles, mitosis, template-clone flatness, generation cap, symbiosis, apoptosis.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v2-economics.test.js - keeper whole, refund caps, tithes, harvestColony tree-walk, fee treasury.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scripts/gas-study.js regenerates gas-study.json (the bloat + cross-chain tables in this deck).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v1 vs v2, at a glance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04000" y="828000"/>
            <a:ext cx="187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Aspect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504000" y="810000"/>
            <a:ext cx="9108000" cy="306000"/>
          </a:xfrm>
          <a:prstGeom prst="rect">
            <a:avLst/>
          </a:prstGeom>
          <a:solidFill>
            <a:srgbClr val="2E86A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76000" y="846000"/>
            <a:ext cx="187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Aspect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520000" y="846000"/>
            <a:ext cx="3240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v1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832000" y="846000"/>
            <a:ext cx="3780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14203A"/>
                </a:solidFill>
                <a:effectLst/>
                <a:uFillTx/>
                <a:latin typeface="DejaVu Sans"/>
              </a:rPr>
              <a:t>v2 (this PR)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04000" y="1188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76000" y="122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Who divides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520000" y="122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caller pays gas, unreimbursed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832000" y="122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cell reimburses keeper (pull)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04000" y="1548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76000" y="158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Cloning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2520000" y="158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live instances (bloat)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832000" y="158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immutable templates (flat)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04000" y="1908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76000" y="194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Identity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520000" y="194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'...copy copy' unbounded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832000" y="194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serial + generation, cell#N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04000" y="2268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76000" y="230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Fund authority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2520000" y="230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any organelle, revert bug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832000" y="230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role-gated METABOLISM/Colony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04000" y="2628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76000" y="266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Daughter wiring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520000" y="266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shares mother's metabolism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832000" y="266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fresh trio, assembled by Colony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504000" y="2988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76000" y="302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Harvest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2520000" y="302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none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832000" y="302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tithe + fee + tree sweep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04000" y="3348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76000" y="338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Division limits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2520000" y="338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none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832000" y="338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cooldown + gen-cap + reserve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04000" y="3708000"/>
            <a:ext cx="9108000" cy="342000"/>
          </a:xfrm>
          <a:prstGeom prst="rect">
            <a:avLst/>
          </a:prstGeom>
          <a:solidFill>
            <a:srgbClr val="1E2C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76000" y="374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Tests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520000" y="374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0 passing (broken)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832000" y="374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39 passing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04000" y="4068000"/>
            <a:ext cx="9108000" cy="342000"/>
          </a:xfrm>
          <a:prstGeom prst="rect">
            <a:avLst/>
          </a:prstGeom>
          <a:solidFill>
            <a:srgbClr val="22324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76000" y="4100400"/>
            <a:ext cx="1872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Division gas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520000" y="4100400"/>
            <a:ext cx="32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555F6E"/>
                </a:solidFill>
                <a:effectLst/>
                <a:uFillTx/>
                <a:latin typeface="DejaVu Sans"/>
              </a:rPr>
              <a:t>1.82M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832000" y="4100400"/>
            <a:ext cx="3780000" cy="30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1.08M (-41%)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Recommendation &amp; next steps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40000" y="936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Ship the same EVM bytecode to Base and/or Sonic. Merge PR #18, then build the income organelles.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40000" y="1512000"/>
            <a:ext cx="918000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1. Deploy Colony to a Base Sepolia testnet; publish keeper-reimbursement params.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2. Build Membrane (metered per-payer income) + a yield RESERVE - the real photosynthesis.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3. Wrap Chloroplast as an ERC-4337 smart account so a paymaster pays gas in tokens.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4. Governance organelle -&gt; owner-less colonies; reputation scoring for which cells to propagate.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5. Turntable run: a colony living on its own earned income for N days; measure harvest-to-root vs gas burned.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40000" y="4860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Honest bottom line: 'self-replicating without humans' is unachievable literally; economically autonomous + harvestable IS achievable, and now runs green.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40000" y="288000"/>
            <a:ext cx="918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Artifacts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540000" y="1008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DejaVu Sans Mono"/>
              </a:rPr>
              <a:t>github.com/orbitmechanic/cellular_autonoma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40000" y="1584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Issues (found)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40000" y="1944000"/>
            <a:ext cx="4608000" cy="27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#13 autonomy / gas blocker (design)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#12 keeper reimbursement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#14 proxy + identity bloat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#15 harvest to root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#16 roles / metabolism / gate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#17 broken test suite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5328000" y="1584000"/>
            <a:ext cx="450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Shipped (PR #18)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328000" y="1944000"/>
            <a:ext cx="4608000" cy="27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contracts/v2/  ICell, Nucleus, EnergyStore,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    .  Chloroplast, Colony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2 v2 suites + 3 v1 characterization suites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scripts/gas-study.js + gas-study.json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DESIGN.md (full findings + strategy)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inline code review (7 notes) on PR #18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40000" y="4752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Status: PR #18 OPEN for review. Not self-merged (security rewrite).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2026-10-16T22:55:22Z</dcterms:modified>
  <cp:revision>1</cp:revision>
  <dc:subject/>
  <dc:title/>
</cp:coreProperties>
</file>